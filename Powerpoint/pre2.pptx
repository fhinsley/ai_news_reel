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5" r:id="rId2"/>
    <p:sldId id="266" r:id="rId3"/>
    <p:sldId id="267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2"/>
    <p:restoredTop sz="83176"/>
  </p:normalViewPr>
  <p:slideViewPr>
    <p:cSldViewPr snapToGrid="0">
      <p:cViewPr varScale="1">
        <p:scale>
          <a:sx n="172" d="100"/>
          <a:sy n="172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99E2E-2500-8147-8153-7636B44144DB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45C31-5081-3D4F-838E-D6092417A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51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9F17-DA1A-4949-D68B-CE6A1BFF1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11666-7A00-7A43-0E51-09E3938DB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474D-A6BB-03FA-9F77-EA46476A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5157B-510C-6F22-E772-2C960FE7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9BE00-D4C9-C4D9-0B2A-7F36F16B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3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9EF8-93DA-93D8-29E9-21503E7D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DB962-7555-A82E-F8ED-6CB77462F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31BDC-E58A-1044-32B3-DE8ED6288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5E05D-8137-3E03-423B-C5C6EC55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4F460-AEB8-3FB3-A24F-1FE8B51EC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8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8325-EE91-05CF-20B9-F2AD0BF6E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5C081-D675-8717-5CA3-CB2452047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EAED1-00EC-F3DC-D67D-6203319B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34951-C569-A809-FFFC-57BDA283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286A2-BF19-B1B7-1A51-C0956C2F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9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110A-0966-20FD-2405-8321A7E5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E511A-2E05-6BB9-749D-0F484CA38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5CB78-4A3B-1FE5-ADF7-3A8F14384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58378-543A-149F-3D51-CADAFE96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C59C1-D610-194D-2688-63E6BF7A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8C582-8F9F-2ACB-22DA-D407D68C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47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8050-D35D-91A0-9396-DBBF52F32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05262-C36A-C88E-3923-56DE87D96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535A3-3B61-255A-6FEE-D708F1F4E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75DEBD-C379-B179-1751-C060EB00C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7FA90-1C0B-2E81-8033-5D7A62AD4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F7789-97FD-6832-02B6-148727935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7849A-225F-5C10-349B-C9CD660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309F9-87C4-EF22-D551-76A7E749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4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DE1A-F897-083B-682C-EF9D56A8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43416-315A-0003-CDAA-9A7892F8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B2215-B376-C708-7208-DBE58D9F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AE796-76EE-F1EC-24BF-FD9B0115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66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17D0A-4E7E-8D84-6132-DC520F5C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F80D7-B4A9-2490-4A09-154F0A76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8259-C3BD-77C4-4F56-FEE1A0C9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2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1A26-752F-C608-B455-AE6A3C9B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DC5FB-EDD7-8B37-9DC3-0D57E7178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31F43-89CB-AFD2-59E2-7D3F30C9F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4BFB3-030E-9ECF-C203-80E6EB8F2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231E5-19B2-94C0-EE30-AC60AAE3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F9324-D124-BAE9-54AA-64F74170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7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F870-1F63-E604-6BA8-C9C4DA1B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257B7-DEC1-49E2-FD23-AFF254921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4FE89-1B33-84D2-BCB3-1155AA1D6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D00D-D58F-AE1A-2970-8B7204BC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60246-EF81-E4E6-5B01-D2F56F27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1EFB6-114A-BBE5-5A9A-4ACA22E0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4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30EB-40F6-C519-1AC4-73EE49EF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20C32-650F-EC19-7F11-54B359DD9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16D32-0085-45B2-93A5-04E47FFE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74261-797A-F270-275F-4CFCFBE8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1500-0925-FA3C-F194-5B754212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8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4B0D5-8A85-C729-448F-B318E9EE4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A14F3-2E75-BDFD-0BF0-FC1CFB772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9E51-70C0-60D6-E725-57E8E7E2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2F4F9-6094-7E7D-EADF-0FCA020C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1DCB4-17A0-5967-92CB-AF3DB7E9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3F2BB-C044-AAB6-70E2-8FCC26E0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86D5C-69A0-EFDC-2CB9-FDA288B34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17020-E50B-FB81-2431-85C3B8A13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F682A-149F-6261-77C1-698362DA3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F2503-298E-593E-49D6-BBBD14C97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0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0D5B-DE8F-D0DD-9BDC-27882B77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6E17-0B15-09E6-DDAC-3FF209966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reason. Value. What makes a good prompt?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67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B94-AA14-5615-D4CB-0BE9F9DC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A8C79-D10D-2898-2A97-5A030CC43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output from the news. Text to be converted to speech for video.</a:t>
            </a:r>
          </a:p>
        </p:txBody>
      </p:sp>
    </p:spTree>
    <p:extLst>
      <p:ext uri="{BB962C8B-B14F-4D97-AF65-F5344CB8AC3E}">
        <p14:creationId xmlns:p14="http://schemas.microsoft.com/office/powerpoint/2010/main" val="290852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91E0-844A-2050-5381-53E4276B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70470-7493-AFE4-287A-C38AC31AE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 labs web site</a:t>
            </a:r>
          </a:p>
          <a:p>
            <a:r>
              <a:rPr lang="en-US" dirty="0"/>
              <a:t>Limit 5000 characters in conversion window.  </a:t>
            </a:r>
          </a:p>
          <a:p>
            <a:r>
              <a:rPr lang="en-US" dirty="0"/>
              <a:t>News exceeds 5000 characters</a:t>
            </a:r>
          </a:p>
          <a:p>
            <a:r>
              <a:rPr lang="en-US" dirty="0"/>
              <a:t>Split and reassemble in </a:t>
            </a:r>
            <a:r>
              <a:rPr lang="en-US" dirty="0" err="1"/>
              <a:t>clipchamp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/>
              <a:t>Clipchamp add titles and stock video.</a:t>
            </a:r>
          </a:p>
        </p:txBody>
      </p:sp>
    </p:spTree>
    <p:extLst>
      <p:ext uri="{BB962C8B-B14F-4D97-AF65-F5344CB8AC3E}">
        <p14:creationId xmlns:p14="http://schemas.microsoft.com/office/powerpoint/2010/main" val="2169265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BD11-CF09-0BF1-2002-0EEA37A1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6FEA4-AB06-A575-F954-8AE6C9CC8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Cuold</a:t>
            </a:r>
            <a:r>
              <a:rPr lang="en-US" dirty="0"/>
              <a:t> be many slides if it makes sense </a:t>
            </a:r>
          </a:p>
          <a:p>
            <a:r>
              <a:rPr lang="en-US" dirty="0"/>
              <a:t>Voice selection model selection</a:t>
            </a:r>
          </a:p>
          <a:p>
            <a:r>
              <a:rPr lang="en-US" dirty="0"/>
              <a:t>Removing vocal artifacts</a:t>
            </a:r>
          </a:p>
          <a:p>
            <a:r>
              <a:rPr lang="en-US" dirty="0"/>
              <a:t>Slowing the audio for a more natural speaking voice (sounded better when we used </a:t>
            </a:r>
            <a:r>
              <a:rPr lang="en-US" dirty="0" err="1"/>
              <a:t>ffmpeg</a:t>
            </a:r>
            <a:r>
              <a:rPr lang="en-US" dirty="0"/>
              <a:t> to slow it than to set it to speak more slowly in </a:t>
            </a:r>
            <a:r>
              <a:rPr lang="en-US" dirty="0" err="1"/>
              <a:t>elevenlabs</a:t>
            </a:r>
            <a:r>
              <a:rPr lang="en-US" dirty="0"/>
              <a:t>.</a:t>
            </a:r>
          </a:p>
          <a:p>
            <a:r>
              <a:rPr lang="en-US" dirty="0"/>
              <a:t>Getting timestamps and using them to automate the title overlays </a:t>
            </a:r>
          </a:p>
          <a:p>
            <a:r>
              <a:rPr lang="en-US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408677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120</Words>
  <Application>Microsoft Macintosh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The Prompt</vt:lpstr>
      <vt:lpstr>The script</vt:lpstr>
      <vt:lpstr>method  </vt:lpstr>
      <vt:lpstr>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 Hinsley</dc:creator>
  <cp:lastModifiedBy>Fred Hinsley</cp:lastModifiedBy>
  <cp:revision>3</cp:revision>
  <dcterms:created xsi:type="dcterms:W3CDTF">2026-04-02T15:08:51Z</dcterms:created>
  <dcterms:modified xsi:type="dcterms:W3CDTF">2026-04-03T11:26:11Z</dcterms:modified>
</cp:coreProperties>
</file>