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64830"/>
  </p:normalViewPr>
  <p:slideViewPr>
    <p:cSldViewPr snapToGrid="0">
      <p:cViewPr varScale="1">
        <p:scale>
          <a:sx n="104" d="100"/>
          <a:sy n="104" d="100"/>
        </p:scale>
        <p:origin x="23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99E2E-2500-8147-8153-7636B44144DB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45C31-5081-3D4F-838E-D6092417A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51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week, there's a mountain of AI news. The goal was simple: turn that into a polished video digest that plays at internal company meetings — something people actually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45C31-5081-3D4F-838E-D6092417A2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30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BB9E5-F7D2-B6B3-0270-CE1B86243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A5865-E02F-605E-B8DE-20E735565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5B26A-68AF-19F9-9673-60F2154B0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1)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Ingest</a:t>
            </a:r>
            <a:r>
              <a:rPr lang="en-US" dirty="0"/>
              <a:t> The Batch, Import AI, TLDR AI, CNBC, MIT Tech Review. Fetched and parsed each run.</a:t>
            </a:r>
          </a:p>
          <a:p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2)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Script</a:t>
            </a:r>
            <a:r>
              <a:rPr lang="en-US" dirty="0"/>
              <a:t> Claude API generates a formatted script from the ingested stories. Structured, consistent, ready for narration.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3) </a:t>
            </a:r>
            <a:r>
              <a:rPr lang="en-US" b="1" dirty="0"/>
              <a:t>Audio</a:t>
            </a:r>
            <a:r>
              <a:rPr lang="en-US" dirty="0"/>
              <a:t> </a:t>
            </a:r>
            <a:r>
              <a:rPr lang="en-US" dirty="0" err="1"/>
              <a:t>ElevenLabs</a:t>
            </a:r>
            <a:r>
              <a:rPr lang="en-US" dirty="0"/>
              <a:t> text-to-speech converts the script to an MP3, and returns character-level timestamps we'll use later.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4) </a:t>
            </a:r>
            <a:r>
              <a:rPr lang="en-US" b="1" dirty="0"/>
              <a:t>Post</a:t>
            </a:r>
            <a:r>
              <a:rPr lang="en-US" dirty="0"/>
              <a:t> </a:t>
            </a:r>
            <a:r>
              <a:rPr lang="en-US" dirty="0" err="1"/>
              <a:t>ffmpeg</a:t>
            </a:r>
            <a:r>
              <a:rPr lang="en-US" dirty="0"/>
              <a:t> handles post-processing: audio artifacts are silenced, speed is reduced to 0.9×, and a two-second intro delay is added.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5) </a:t>
            </a:r>
            <a:r>
              <a:rPr lang="en-US" b="1" dirty="0"/>
              <a:t>Video</a:t>
            </a:r>
            <a:r>
              <a:rPr lang="en-US" dirty="0"/>
              <a:t> </a:t>
            </a:r>
            <a:r>
              <a:rPr lang="en-US" dirty="0" err="1"/>
              <a:t>MoviePy</a:t>
            </a:r>
            <a:r>
              <a:rPr lang="en-US" dirty="0"/>
              <a:t> assembles the final MP4: background video cycling, text overlays timed to the narration.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A8301-2380-D965-08C3-6BF912EDA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45C31-5081-3D4F-838E-D6092417A2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80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Python modules carry most of the weight.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45C31-5081-3D4F-838E-D6092417A2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93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9F17-DA1A-4949-D68B-CE6A1BFF1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11666-7A00-7A43-0E51-09E3938DB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474D-A6BB-03FA-9F77-EA46476A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5157B-510C-6F22-E772-2C960FE7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9BE00-D4C9-C4D9-0B2A-7F36F16B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31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F9EF8-93DA-93D8-29E9-21503E7D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DB962-7555-A82E-F8ED-6CB77462F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31BDC-E58A-1044-32B3-DE8ED6288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5E05D-8137-3E03-423B-C5C6EC55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4F460-AEB8-3FB3-A24F-1FE8B51EC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82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8325-EE91-05CF-20B9-F2AD0BF6E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5C081-D675-8717-5CA3-CB2452047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EAED1-00EC-F3DC-D67D-6203319B4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34951-C569-A809-FFFC-57BDA2832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286A2-BF19-B1B7-1A51-C0956C2F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98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110A-0966-20FD-2405-8321A7E5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E511A-2E05-6BB9-749D-0F484CA38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5CB78-4A3B-1FE5-ADF7-3A8F14384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A58378-543A-149F-3D51-CADAFE96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C59C1-D610-194D-2688-63E6BF7A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8C582-8F9F-2ACB-22DA-D407D68C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47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28050-D35D-91A0-9396-DBBF52F32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05262-C36A-C88E-3923-56DE87D96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535A3-3B61-255A-6FEE-D708F1F4E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75DEBD-C379-B179-1751-C060EB00C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7FA90-1C0B-2E81-8033-5D7A62AD4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AF7789-97FD-6832-02B6-148727935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17849A-225F-5C10-349B-C9CD660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309F9-87C4-EF22-D551-76A7E749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4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DE1A-F897-083B-682C-EF9D56A8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43416-315A-0003-CDAA-9A7892F8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B2215-B376-C708-7208-DBE58D9F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AE796-76EE-F1EC-24BF-FD9B01158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266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517D0A-4E7E-8D84-6132-DC520F5C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F80D7-B4A9-2490-4A09-154F0A76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8259-C3BD-77C4-4F56-FEE1A0C9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27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1A26-752F-C608-B455-AE6A3C9B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DC5FB-EDD7-8B37-9DC3-0D57E7178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31F43-89CB-AFD2-59E2-7D3F30C9F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4BFB3-030E-9ECF-C203-80E6EB8F2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231E5-19B2-94C0-EE30-AC60AAE3B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F9324-D124-BAE9-54AA-64F74170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73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AF870-1F63-E604-6BA8-C9C4DA1B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3257B7-DEC1-49E2-FD23-AFF254921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4FE89-1B33-84D2-BCB3-1155AA1D6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D00D-D58F-AE1A-2970-8B7204BC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60246-EF81-E4E6-5B01-D2F56F27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1EFB6-114A-BBE5-5A9A-4ACA22E0E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45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30EB-40F6-C519-1AC4-73EE49EF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20C32-650F-EC19-7F11-54B359DD9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16D32-0085-45B2-93A5-04E47FFE7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74261-797A-F270-275F-4CFCFBE8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01500-0925-FA3C-F194-5B754212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8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4B0D5-8A85-C729-448F-B318E9EE4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A14F3-2E75-BDFD-0BF0-FC1CFB772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9E51-70C0-60D6-E725-57E8E7E2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2F4F9-6094-7E7D-EADF-0FCA020C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1DCB4-17A0-5967-92CB-AF3DB7E9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A3F2BB-C044-AAB6-70E2-8FCC26E0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86D5C-69A0-EFDC-2CB9-FDA288B34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17020-E50B-FB81-2431-85C3B8A13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73AC7-4760-ED4E-A420-7781F2EF6B97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F682A-149F-6261-77C1-698362DA3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F2503-298E-593E-49D6-BBBD14C97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7C269-0B43-134D-983C-F90C2C138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0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BCD64-5737-963A-A0F6-54BCB9D27C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Newsreel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FB8A6-B0D4-2AB6-B584-80F2C0F4D5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Automated Media Production – case study</a:t>
            </a:r>
          </a:p>
          <a:p>
            <a:endParaRPr lang="en-US" dirty="0"/>
          </a:p>
          <a:p>
            <a:r>
              <a:rPr lang="en-US" dirty="0"/>
              <a:t>From raw RSS feeds to finished Broadcast Video – Fully Automated</a:t>
            </a:r>
          </a:p>
        </p:txBody>
      </p:sp>
    </p:spTree>
    <p:extLst>
      <p:ext uri="{BB962C8B-B14F-4D97-AF65-F5344CB8AC3E}">
        <p14:creationId xmlns:p14="http://schemas.microsoft.com/office/powerpoint/2010/main" val="279563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21643-1F84-4197-8459-5338E5A5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Problem Worth Solving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4674A-4BD0-5EEA-86A5-774ED882D27F}"/>
              </a:ext>
            </a:extLst>
          </p:cNvPr>
          <p:cNvSpPr txBox="1"/>
          <p:nvPr/>
        </p:nvSpPr>
        <p:spPr>
          <a:xfrm>
            <a:off x="1376313" y="1904214"/>
            <a:ext cx="45248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Goal</a:t>
            </a:r>
            <a:r>
              <a:rPr lang="en-US" dirty="0"/>
              <a:t> Weekly AI news digest video for internal company meetings — to stay visible during a career transition from engineering to data science.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8B9BED-F7EA-0190-4EC8-A405ADCED2A7}"/>
              </a:ext>
            </a:extLst>
          </p:cNvPr>
          <p:cNvSpPr txBox="1"/>
          <p:nvPr/>
        </p:nvSpPr>
        <p:spPr>
          <a:xfrm>
            <a:off x="6290823" y="1904214"/>
            <a:ext cx="4947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Constraint</a:t>
            </a:r>
            <a:r>
              <a:rPr lang="en-US" dirty="0"/>
              <a:t> Fully extracurricular. No budget, no team, no formal credit. Must be repeatable every week without manual effort eating up all the ROI.</a:t>
            </a:r>
          </a:p>
        </p:txBody>
      </p:sp>
    </p:spTree>
    <p:extLst>
      <p:ext uri="{BB962C8B-B14F-4D97-AF65-F5344CB8AC3E}">
        <p14:creationId xmlns:p14="http://schemas.microsoft.com/office/powerpoint/2010/main" val="845772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A7196-AB09-D3B1-BCF0-A391F817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F2FC9-5E79-D08A-2166-9D6618D64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Stage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6EF16-D28F-DB9A-A793-A2087A654F3E}"/>
              </a:ext>
            </a:extLst>
          </p:cNvPr>
          <p:cNvSpPr txBox="1"/>
          <p:nvPr/>
        </p:nvSpPr>
        <p:spPr>
          <a:xfrm>
            <a:off x="387773" y="1904214"/>
            <a:ext cx="2009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Ingest</a:t>
            </a:r>
            <a:r>
              <a:rPr lang="en-US" dirty="0"/>
              <a:t> </a:t>
            </a:r>
          </a:p>
          <a:p>
            <a:endParaRPr lang="en-US" dirty="0"/>
          </a:p>
          <a:p>
            <a:r>
              <a:rPr lang="en-US" dirty="0"/>
              <a:t>Five sources</a:t>
            </a:r>
          </a:p>
          <a:p>
            <a:r>
              <a:rPr lang="en-US" dirty="0"/>
              <a:t>Fetch &amp; Parse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77145-1732-D631-8219-CF744ED813F1}"/>
              </a:ext>
            </a:extLst>
          </p:cNvPr>
          <p:cNvSpPr txBox="1"/>
          <p:nvPr/>
        </p:nvSpPr>
        <p:spPr>
          <a:xfrm>
            <a:off x="3816924" y="1904214"/>
            <a:ext cx="22790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Script</a:t>
            </a:r>
            <a:r>
              <a:rPr lang="en-US" dirty="0"/>
              <a:t> Claude API generates a formatted script from the ingested stories. Structured, consistent, ready for narration.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DD051-D459-3DB8-BBB9-021D445325E7}"/>
              </a:ext>
            </a:extLst>
          </p:cNvPr>
          <p:cNvSpPr txBox="1"/>
          <p:nvPr/>
        </p:nvSpPr>
        <p:spPr>
          <a:xfrm>
            <a:off x="4305619" y="4120205"/>
            <a:ext cx="3580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Audio</a:t>
            </a:r>
            <a:r>
              <a:rPr lang="en-US" dirty="0"/>
              <a:t> </a:t>
            </a:r>
            <a:r>
              <a:rPr lang="en-US" dirty="0" err="1"/>
              <a:t>ElevenLabs</a:t>
            </a:r>
            <a:r>
              <a:rPr lang="en-US" dirty="0"/>
              <a:t> text-to-speech converts the script to an MP3, and returns character-level timestamps we'll use later.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5C1D1E-2D62-C714-E29A-088DDA13767B}"/>
              </a:ext>
            </a:extLst>
          </p:cNvPr>
          <p:cNvSpPr txBox="1"/>
          <p:nvPr/>
        </p:nvSpPr>
        <p:spPr>
          <a:xfrm>
            <a:off x="8175566" y="1858047"/>
            <a:ext cx="18334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Post</a:t>
            </a:r>
            <a:r>
              <a:rPr lang="en-US" dirty="0"/>
              <a:t> </a:t>
            </a:r>
            <a:r>
              <a:rPr lang="en-US" dirty="0" err="1"/>
              <a:t>ffmpeg</a:t>
            </a:r>
            <a:r>
              <a:rPr lang="en-US" dirty="0"/>
              <a:t> handles post-processing: audio artifacts are silenced, speed is reduced to 0.9×, and a two-second intro delay is added.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CA6E5-F8EA-AE7A-2D30-D1F46910936B}"/>
              </a:ext>
            </a:extLst>
          </p:cNvPr>
          <p:cNvSpPr txBox="1"/>
          <p:nvPr/>
        </p:nvSpPr>
        <p:spPr>
          <a:xfrm>
            <a:off x="10079101" y="1765714"/>
            <a:ext cx="20094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Video</a:t>
            </a:r>
            <a:r>
              <a:rPr lang="en-US" dirty="0"/>
              <a:t> </a:t>
            </a:r>
            <a:r>
              <a:rPr lang="en-US" dirty="0" err="1"/>
              <a:t>MoviePy</a:t>
            </a:r>
            <a:r>
              <a:rPr lang="en-US" dirty="0"/>
              <a:t> assembles the final MP4: background video cycling, text overlays timed to the narration.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555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C592-3C7F-3C12-941C-2BD79795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Under the Hood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EE2353-B6C2-15DD-9B4A-9024D4EA747F}"/>
              </a:ext>
            </a:extLst>
          </p:cNvPr>
          <p:cNvSpPr txBox="1"/>
          <p:nvPr/>
        </p:nvSpPr>
        <p:spPr>
          <a:xfrm>
            <a:off x="838200" y="1027906"/>
            <a:ext cx="27576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newsreel_tts.py</a:t>
            </a:r>
            <a:r>
              <a:rPr lang="en-US" dirty="0"/>
              <a:t> Handles the </a:t>
            </a:r>
            <a:r>
              <a:rPr lang="en-US" dirty="0" err="1"/>
              <a:t>ElevenLabs</a:t>
            </a:r>
            <a:r>
              <a:rPr lang="en-US" dirty="0"/>
              <a:t> API call. Model selection matters here — turbo and multilingual behave differently, especially around pause artifacts. This module saves the MP3 and the timestamps JSON. One hard-learned rule: strip newlines from the script before the API call, or you get silent failures.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CD93ED-C5DE-2726-CC94-EAC1FEC9EDF5}"/>
              </a:ext>
            </a:extLst>
          </p:cNvPr>
          <p:cNvSpPr txBox="1"/>
          <p:nvPr/>
        </p:nvSpPr>
        <p:spPr>
          <a:xfrm>
            <a:off x="3855308" y="1027906"/>
            <a:ext cx="30274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silence_artifacts.py</a:t>
            </a:r>
            <a:r>
              <a:rPr lang="en-US" dirty="0"/>
              <a:t> Break tags in the script — the kind used to add pauses — generate metallic pops in the audio. This module auto-detects those artifacts by analyzing the waveform and silences them in place before they reach the final mix.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DC638-8FFD-8394-D206-EEF4033686E0}"/>
              </a:ext>
            </a:extLst>
          </p:cNvPr>
          <p:cNvSpPr txBox="1"/>
          <p:nvPr/>
        </p:nvSpPr>
        <p:spPr>
          <a:xfrm>
            <a:off x="7142205" y="1027906"/>
            <a:ext cx="32621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build_video.py</a:t>
            </a:r>
            <a:r>
              <a:rPr lang="en-US" dirty="0"/>
              <a:t> Assembles the video using </a:t>
            </a:r>
            <a:r>
              <a:rPr lang="en-US" dirty="0" err="1"/>
              <a:t>MoviePy</a:t>
            </a:r>
            <a:r>
              <a:rPr lang="en-US" dirty="0"/>
              <a:t> 2.x — which is not a drop-in upgrade from 1.x; import paths changed significantly. Background videos cycle at section and story change points. Title overlays run in two phases: first centered and prominent, then tucked to the bottom-right as a reminder while narration continues.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51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D585-186B-8D73-886D-20A1BE6B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 (through virtual fire)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687A15-2056-14CD-9466-105B3286B408}"/>
              </a:ext>
            </a:extLst>
          </p:cNvPr>
          <p:cNvSpPr txBox="1"/>
          <p:nvPr/>
        </p:nvSpPr>
        <p:spPr>
          <a:xfrm>
            <a:off x="257433" y="1690688"/>
            <a:ext cx="33733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ElevenLabs</a:t>
            </a:r>
            <a:r>
              <a:rPr lang="en-US" b="1" dirty="0"/>
              <a:t> Models</a:t>
            </a:r>
            <a:r>
              <a:rPr lang="en-US" dirty="0"/>
              <a:t> Turbo vs. multilingual behave differently on pause artifacts. Model selection is not cosmetic — it affects audio quality in ways you don't see until you listen.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17111-375D-3D29-E397-8EE98CE34975}"/>
              </a:ext>
            </a:extLst>
          </p:cNvPr>
          <p:cNvSpPr txBox="1"/>
          <p:nvPr/>
        </p:nvSpPr>
        <p:spPr>
          <a:xfrm flipH="1">
            <a:off x="4139591" y="1506022"/>
            <a:ext cx="35607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Newline Stripping</a:t>
            </a:r>
            <a:r>
              <a:rPr lang="en-US" dirty="0"/>
              <a:t> Embedded newlines in script text cause silent API failures — no error, no audio, no indication of what went wrong. Strip before every TTS call. Always.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0B1C1-14BD-01A2-793B-56F26B5E436B}"/>
              </a:ext>
            </a:extLst>
          </p:cNvPr>
          <p:cNvSpPr txBox="1"/>
          <p:nvPr/>
        </p:nvSpPr>
        <p:spPr>
          <a:xfrm>
            <a:off x="257433" y="3630553"/>
            <a:ext cx="29738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Break Tag Artifacts</a:t>
            </a:r>
            <a:r>
              <a:rPr lang="en-US" dirty="0"/>
              <a:t> Break tags in SSML generate metallic pops. We detect them via waveform analysis and silence them in post. The fix works; finding the cause took longer than it should have.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096A3-7043-C975-B8BF-2A696CC8D539}"/>
              </a:ext>
            </a:extLst>
          </p:cNvPr>
          <p:cNvSpPr txBox="1"/>
          <p:nvPr/>
        </p:nvSpPr>
        <p:spPr>
          <a:xfrm>
            <a:off x="7846541" y="4157482"/>
            <a:ext cx="38429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Timestamp Speed Adjustment</a:t>
            </a:r>
            <a:r>
              <a:rPr lang="en-US" dirty="0"/>
              <a:t> </a:t>
            </a:r>
            <a:r>
              <a:rPr lang="en-US" dirty="0" err="1"/>
              <a:t>ElevenLabs</a:t>
            </a:r>
            <a:r>
              <a:rPr lang="en-US" dirty="0"/>
              <a:t> returns character-level timestamps based on the original audio. After slowing to 0.9×, every timestamp must be divided by the speed factor to stay in sync. Miss this and all your overlays are early.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2529C-4478-2CA2-79B7-8D02BDD321AA}"/>
              </a:ext>
            </a:extLst>
          </p:cNvPr>
          <p:cNvSpPr txBox="1"/>
          <p:nvPr/>
        </p:nvSpPr>
        <p:spPr>
          <a:xfrm>
            <a:off x="8561174" y="1506022"/>
            <a:ext cx="25249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MoviePy</a:t>
            </a:r>
            <a:r>
              <a:rPr lang="en-US" b="1" dirty="0"/>
              <a:t> 2.x Imports</a:t>
            </a:r>
            <a:r>
              <a:rPr lang="en-US" dirty="0"/>
              <a:t> Import paths changed significantly from 1.x. It is not a drop-in upgrade. Verify every import individually when upgrading.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D5BBF-8821-1790-DCC8-AA99E60B3653}"/>
              </a:ext>
            </a:extLst>
          </p:cNvPr>
          <p:cNvSpPr txBox="1"/>
          <p:nvPr/>
        </p:nvSpPr>
        <p:spPr>
          <a:xfrm>
            <a:off x="3581437" y="3870070"/>
            <a:ext cx="36534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ffmpeg</a:t>
            </a:r>
            <a:r>
              <a:rPr lang="en-US" b="1" dirty="0"/>
              <a:t> Post-Process</a:t>
            </a:r>
            <a:r>
              <a:rPr lang="en-US" dirty="0"/>
              <a:t> Speed reduction to 0.9× via </a:t>
            </a:r>
            <a:r>
              <a:rPr lang="en-US" dirty="0" err="1"/>
              <a:t>atempo</a:t>
            </a:r>
            <a:r>
              <a:rPr lang="en-US" dirty="0"/>
              <a:t>, plus the two-second intro delay, are applied cleanly in </a:t>
            </a:r>
            <a:r>
              <a:rPr lang="en-US" dirty="0" err="1"/>
              <a:t>ffmpeg</a:t>
            </a:r>
            <a:r>
              <a:rPr lang="en-US" dirty="0"/>
              <a:t>. Trying to do this in </a:t>
            </a:r>
            <a:r>
              <a:rPr lang="en-US" dirty="0" err="1"/>
              <a:t>MoviePy</a:t>
            </a:r>
            <a:r>
              <a:rPr lang="en-US" dirty="0"/>
              <a:t> introduced sync drift. Let each tool do what it's good at.</a:t>
            </a:r>
          </a:p>
        </p:txBody>
      </p:sp>
    </p:spTree>
    <p:extLst>
      <p:ext uri="{BB962C8B-B14F-4D97-AF65-F5344CB8AC3E}">
        <p14:creationId xmlns:p14="http://schemas.microsoft.com/office/powerpoint/2010/main" val="650375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7E09-9B7B-11B7-8232-D48AD1E2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Technologies and Tools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2C13D-25AF-7A97-4E96-551928D05A02}"/>
              </a:ext>
            </a:extLst>
          </p:cNvPr>
          <p:cNvSpPr txBox="1"/>
          <p:nvPr/>
        </p:nvSpPr>
        <p:spPr>
          <a:xfrm>
            <a:off x="432486" y="1149178"/>
            <a:ext cx="56635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APIs</a:t>
            </a:r>
            <a:endParaRPr lang="en-US" dirty="0"/>
          </a:p>
          <a:p>
            <a:r>
              <a:rPr lang="en-US" dirty="0"/>
              <a:t>Claude (Anthropic) — script generation</a:t>
            </a:r>
          </a:p>
          <a:p>
            <a:r>
              <a:rPr lang="en-US" dirty="0" err="1"/>
              <a:t>ElevenLabs</a:t>
            </a:r>
            <a:r>
              <a:rPr lang="en-US" dirty="0"/>
              <a:t> TTS — narration and timestamps</a:t>
            </a:r>
          </a:p>
          <a:p>
            <a:r>
              <a:rPr lang="en-US" dirty="0"/>
              <a:t>5× RSS and web sources — The Batch, Import AI, TLDR AI, CNBC, MIT Tech 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BE776-8EFE-9160-7757-BEF1A04A7199}"/>
              </a:ext>
            </a:extLst>
          </p:cNvPr>
          <p:cNvSpPr txBox="1"/>
          <p:nvPr/>
        </p:nvSpPr>
        <p:spPr>
          <a:xfrm>
            <a:off x="323333" y="3492831"/>
            <a:ext cx="50518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Python</a:t>
            </a:r>
            <a:endParaRPr lang="en-US" dirty="0"/>
          </a:p>
          <a:p>
            <a:r>
              <a:rPr lang="en-US" dirty="0"/>
              <a:t>requests / </a:t>
            </a:r>
            <a:r>
              <a:rPr lang="en-US" dirty="0" err="1"/>
              <a:t>BeautifulSoup</a:t>
            </a:r>
            <a:r>
              <a:rPr lang="en-US" dirty="0"/>
              <a:t> — feed fetching and parsing</a:t>
            </a:r>
          </a:p>
          <a:p>
            <a:r>
              <a:rPr lang="en-US" dirty="0" err="1"/>
              <a:t>json</a:t>
            </a:r>
            <a:r>
              <a:rPr lang="en-US" dirty="0"/>
              <a:t> / </a:t>
            </a:r>
            <a:r>
              <a:rPr lang="en-US" dirty="0" err="1"/>
              <a:t>pathlib</a:t>
            </a:r>
            <a:r>
              <a:rPr lang="en-US" dirty="0"/>
              <a:t> / </a:t>
            </a:r>
            <a:r>
              <a:rPr lang="en-US" dirty="0" err="1"/>
              <a:t>os</a:t>
            </a:r>
            <a:r>
              <a:rPr lang="en-US" dirty="0"/>
              <a:t> — file and data handling</a:t>
            </a:r>
          </a:p>
          <a:p>
            <a:r>
              <a:rPr lang="en-US" dirty="0"/>
              <a:t>subprocess — </a:t>
            </a:r>
            <a:r>
              <a:rPr lang="en-US" dirty="0" err="1"/>
              <a:t>ffmpeg</a:t>
            </a:r>
            <a:r>
              <a:rPr lang="en-US" dirty="0"/>
              <a:t> invocation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76EAE5-0E52-3737-A205-C3F3B7C0EC8B}"/>
              </a:ext>
            </a:extLst>
          </p:cNvPr>
          <p:cNvSpPr txBox="1"/>
          <p:nvPr/>
        </p:nvSpPr>
        <p:spPr>
          <a:xfrm>
            <a:off x="6277233" y="1149178"/>
            <a:ext cx="53010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Audio / Video</a:t>
            </a:r>
            <a:endParaRPr lang="en-US" dirty="0"/>
          </a:p>
          <a:p>
            <a:r>
              <a:rPr lang="en-US" dirty="0" err="1"/>
              <a:t>ffmpeg</a:t>
            </a:r>
            <a:r>
              <a:rPr lang="en-US" dirty="0"/>
              <a:t> — speed adjustment, artifact silencing, intro delay</a:t>
            </a:r>
          </a:p>
          <a:p>
            <a:r>
              <a:rPr lang="en-US" dirty="0" err="1"/>
              <a:t>MoviePy</a:t>
            </a:r>
            <a:r>
              <a:rPr lang="en-US" dirty="0"/>
              <a:t> 2.x — video assembly and overlay</a:t>
            </a:r>
          </a:p>
          <a:p>
            <a:r>
              <a:rPr lang="en-US" dirty="0" err="1"/>
              <a:t>ElevenLabs</a:t>
            </a:r>
            <a:r>
              <a:rPr lang="en-US" dirty="0"/>
              <a:t> character-level timestamps — overlay timing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C7FED-AA9C-646B-9F27-C33C6BC598CE}"/>
              </a:ext>
            </a:extLst>
          </p:cNvPr>
          <p:cNvSpPr txBox="1"/>
          <p:nvPr/>
        </p:nvSpPr>
        <p:spPr>
          <a:xfrm>
            <a:off x="6095999" y="3954497"/>
            <a:ext cx="51344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Decisions</a:t>
            </a:r>
            <a:endParaRPr lang="en-US" dirty="0"/>
          </a:p>
          <a:p>
            <a:r>
              <a:rPr lang="en-US" dirty="0" err="1"/>
              <a:t>config.py</a:t>
            </a:r>
            <a:r>
              <a:rPr lang="en-US" dirty="0"/>
              <a:t> — single source of truth for all constants</a:t>
            </a:r>
          </a:p>
          <a:p>
            <a:r>
              <a:rPr lang="en-US" dirty="0"/>
              <a:t>Modular files, one concern per file</a:t>
            </a:r>
          </a:p>
          <a:p>
            <a:r>
              <a:rPr lang="en-US" dirty="0"/>
              <a:t>No constants in execution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600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1986A-0132-8EEC-0DC2-8AED2D31B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38" y="1780992"/>
            <a:ext cx="5859162" cy="1325563"/>
          </a:xfrm>
        </p:spPr>
        <p:txBody>
          <a:bodyPr/>
          <a:lstStyle/>
          <a:p>
            <a:r>
              <a:rPr lang="en-US" b="1" dirty="0"/>
              <a:t>Why This Project Exists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523F5-EDCF-5E28-1F7A-6E78160B1985}"/>
              </a:ext>
            </a:extLst>
          </p:cNvPr>
          <p:cNvSpPr txBox="1"/>
          <p:nvPr/>
        </p:nvSpPr>
        <p:spPr>
          <a:xfrm>
            <a:off x="98853" y="3441680"/>
            <a:ext cx="47697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Visibility</a:t>
            </a:r>
            <a:r>
              <a:rPr lang="en-US" dirty="0"/>
              <a:t> over keywords — internal decision-makers see the work, not just the title.</a:t>
            </a:r>
          </a:p>
          <a:p>
            <a:endParaRPr lang="en-US" dirty="0"/>
          </a:p>
          <a:p>
            <a:r>
              <a:rPr lang="en-US" b="1" dirty="0"/>
              <a:t>Demonstrated craft</a:t>
            </a:r>
            <a:r>
              <a:rPr lang="en-US" dirty="0"/>
              <a:t> in GenAI tooling, API orchestration, and data pipeline thinking — the exact skills the target role requires.</a:t>
            </a:r>
          </a:p>
          <a:p>
            <a:endParaRPr lang="en-US" b="1" dirty="0"/>
          </a:p>
          <a:p>
            <a:r>
              <a:rPr lang="en-US" b="1" dirty="0"/>
              <a:t>Consistent delivery</a:t>
            </a:r>
            <a:r>
              <a:rPr lang="en-US" dirty="0"/>
              <a:t> — a weekly cadence signals reliability, not just capability. Anyone can build a thing once.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3E8131-76D6-660D-5B2A-2CA2967B2D16}"/>
              </a:ext>
            </a:extLst>
          </p:cNvPr>
          <p:cNvSpPr txBox="1">
            <a:spLocks/>
          </p:cNvSpPr>
          <p:nvPr/>
        </p:nvSpPr>
        <p:spPr>
          <a:xfrm>
            <a:off x="6184557" y="1780991"/>
            <a:ext cx="58591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Results &amp; Next Steps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CD654-4C37-996B-A8ED-982908C39BDF}"/>
              </a:ext>
            </a:extLst>
          </p:cNvPr>
          <p:cNvSpPr txBox="1"/>
          <p:nvPr/>
        </p:nvSpPr>
        <p:spPr>
          <a:xfrm>
            <a:off x="6184557" y="2841516"/>
            <a:ext cx="51223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Running weekly with consistent internal distribution</a:t>
            </a:r>
          </a:p>
          <a:p>
            <a:endParaRPr lang="en-US" dirty="0"/>
          </a:p>
          <a:p>
            <a:r>
              <a:rPr lang="en-US" dirty="0"/>
              <a:t>Live demo at the Friday morning AI discussion group</a:t>
            </a:r>
          </a:p>
          <a:p>
            <a:endParaRPr lang="en-US" dirty="0"/>
          </a:p>
          <a:p>
            <a:r>
              <a:rPr lang="en-US" dirty="0"/>
              <a:t>The visibility goal is working — AI compliance collaboration has come from 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FF69A-749D-E334-5C94-DC70E2B78B0D}"/>
              </a:ext>
            </a:extLst>
          </p:cNvPr>
          <p:cNvSpPr txBox="1"/>
          <p:nvPr/>
        </p:nvSpPr>
        <p:spPr>
          <a:xfrm>
            <a:off x="6537160" y="5592694"/>
            <a:ext cx="47697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Next</a:t>
            </a:r>
            <a:r>
              <a:rPr lang="en-US" dirty="0"/>
              <a:t> Fully lights-out publishing pipeline — auto-scheduling the final output without any manual steps remaining.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673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948</Words>
  <Application>Microsoft Macintosh PowerPoint</Application>
  <PresentationFormat>Widescreen</PresentationFormat>
  <Paragraphs>84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AI Newsreel Pipeline</vt:lpstr>
      <vt:lpstr>A Problem Worth Solving</vt:lpstr>
      <vt:lpstr>Five Stage Pipeline</vt:lpstr>
      <vt:lpstr>Under the Hood </vt:lpstr>
      <vt:lpstr>Lessons Learned (through virtual fire)</vt:lpstr>
      <vt:lpstr>Technologies and Tools </vt:lpstr>
      <vt:lpstr>Why This Project Exists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 Hinsley</dc:creator>
  <cp:lastModifiedBy>Fred Hinsley</cp:lastModifiedBy>
  <cp:revision>1</cp:revision>
  <dcterms:created xsi:type="dcterms:W3CDTF">2026-04-02T15:08:51Z</dcterms:created>
  <dcterms:modified xsi:type="dcterms:W3CDTF">2026-04-02T15:38:39Z</dcterms:modified>
</cp:coreProperties>
</file>